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strict file@10</c:v>
                </c:pt>
              </c:strCache>
            </c:strRef>
          </c:tx>
          <c:spPr>
            <a:solidFill>
              <a:srgbClr val="56D6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6D6E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ripwire --for</c:v>
                  </c:pt>
                  <c:pt idx="1">
                    <c:v>codebase-memory-mcp 0.9.0</c:v>
                  </c:pt>
                  <c:pt idx="2">
                    <c:v>repowise 0.37.0</c:v>
                  </c:pt>
                  <c:pt idx="3">
                    <c:v>graphify 0.9.34</c:v>
                  </c:pt>
                  <c:pt idx="4">
                    <c:v>aider repo-map 0.86.2</c:v>
                  </c:pt>
                  <c:pt idx="5">
                    <c:v>codeseek 0.1.31 (idents)</c:v>
                  </c:pt>
                  <c:pt idx="6">
                    <c:v>aider (no-persona control)</c:v>
                  </c:pt>
                  <c:pt idx="7">
                    <c:v>codeseek (raw fallback)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58.3</c:v>
                </c:pt>
                <c:pt idx="1">
                  <c:v>40</c:v>
                </c:pt>
                <c:pt idx="2">
                  <c:v>33.3</c:v>
                </c:pt>
                <c:pt idx="3">
                  <c:v>31.7</c:v>
                </c:pt>
                <c:pt idx="4">
                  <c:v>20</c:v>
                </c:pt>
                <c:pt idx="5">
                  <c:v>15</c:v>
                </c:pt>
                <c:pt idx="6">
                  <c:v>10</c:v>
                </c:pt>
                <c:pt idx="7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23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 w="12700" cap="flat">
      <a:solidFill>
        <a:srgbClr val="0D1117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strict file@10</c:v>
                </c:pt>
              </c:strCache>
            </c:strRef>
          </c:tx>
          <c:spPr>
            <a:solidFill>
              <a:srgbClr val="3A435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3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C26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pre-routing baseline</c:v>
                  </c:pt>
                  <c:pt idx="1">
                    <c:v>routed --for (shipping)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</c:v>
                </c:pt>
                <c:pt idx="1">
                  <c:v>60.9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23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 w="12700" cap="flat">
      <a:solidFill>
        <a:srgbClr val="0D1117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173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ripgrep of AI context.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zero-runtime-dependency C++23 CLI that maps any codebase into a ranked, deterministic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graph for coding agents — and puts a tripwire on every claim it emits.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4348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speed half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4956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answers in tens of milliseconds, from a call graph it built itself.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443484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808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honesty half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4808" y="49560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Unprovable totals ship labelled as floors. A zero means none found — never none exists.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Apache-2.0  ·  single binary  ·  hermetic build (proven with the network off)  ·  21 vendored tree-sitter grammars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reads the whole library to answer one question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grep, then whole-file reads. Most of what enters the context window is never used — it is paid for anyway, on every step of every task.
</a:t>
            </a:r>
            <a:pPr indent="0" marL="0">
              <a:buNone/>
            </a:pPr>
            <a:r>
              <a:rPr lang="en-US" sz="16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bigger context is not better context: irrelevant text actively degrades the answer. The job is selection — a small, ranked, structural map beats a pile of open files.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29400" y="1783080"/>
            <a:ext cx="4892040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20116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0.108 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720840" y="282549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answer, warm index — round 4, all arms one machine one day, N = 60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29400" y="3931920"/>
            <a:ext cx="4892040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41605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−39.4%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720840" y="4974336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ceiling vs the un-routed baseline — LocBench cost ledger, N = 243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caveat travels with the number: ripwire answers from a warm, pre-built index, and round 4 measured its index cost too — 0.31 s, tabulated beside the competitors' rather than omitted.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bench/headtohead/r4-2026-08-06/ · bench/locbench/ — every figure on this deck names its instrument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binary, the whole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→ parse → resolve → rank → emit. Deterministic, end to 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crawl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tree, no VCS needed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87752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25496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5224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35224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tree-sitter, 21 vendored grammars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4064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93792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→ call graph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42632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52360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PageRank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63456" y="2395728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01168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0928" y="2176272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10928" y="2615184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minified XML, one line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639312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68503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byte-identical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493008" y="368503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runs, same bytes — a gate on every push, not a tendency; warm equals cold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4425696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4714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runtime deps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93008" y="447141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CMake + a C++23 compiler; builds with the network off — vendored everything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5212080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2578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languages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93008" y="52578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· C++ · ObjC/C++ · C · Metal · CUDA · Python · Go · Swift · TypeScript · JavaScript · Java · Ruby · PHP · Lua · Bash · C# · JSON · TOML · YAML · Markdown — 21 vendored grammars; markdown headings are real symbols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998464"/>
            <a:ext cx="11055096" cy="713232"/>
          </a:xfrm>
          <a:prstGeom prst="roundRect">
            <a:avLst>
              <a:gd name="adj" fmla="val 1153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60441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agent-native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493008" y="604418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MCP server and 179 long flags behind one `--help` that is always the authority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feature, one screen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families of questions it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282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cold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90088" y="172821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repo, and what matters in it?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27648" y="1728216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  --tree  --lego  --exemplar  --recall  --pack-task  --token-budget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90088" y="240487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calls this? Safe to change or delete? Which tests?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27648" y="2404872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--callers  --callees  --uses  --impact  --path  --connect  --affected  --situ  --test-gate  --from-trace  --pattern  --safe-delete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044952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8152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ladder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90088" y="308152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more — but only where it pays.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3081528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--detail  --pack-signatures  --outline  --expand  --compress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72160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58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90088" y="375818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risk, and did I just add some?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3758184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--quality-panel  --quality-delta  --dmm  --readability  --ensemble  --context-ratio  --nonlocal-state  --field-affinity  --hotspots  --lint  --clones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398264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3484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self-diagnosis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90088" y="44348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my setup actually working?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443484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--doctor  --skipped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507492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11149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90088" y="511149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agent skill file safe to install?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5111496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--scan-skill  --scan-skills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575157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8815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knobs &amp; modes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990088" y="57881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Shape, format, cache, budget.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5788152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  --format  --mcp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--help is generated from the binary's own flag table — 179 long flags; docs/COMMANDS.md carries an entry for every one of them, 161 with a recorded invocation and its output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reach for it at the moment, not the manual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reflexes: which verb fires when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cold on a 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--for="&lt;task&gt;"  ·  --pack-task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ranked, budgeted context in one call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81344" y="1737360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81051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trace in hand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5936" y="2121408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--from-trace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45936" y="239572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mapped to symbols, innermost body included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71216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44368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it safe to change X?”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5526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--impact  ·  --uses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52958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blast radius, not just 1-hop callers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2871216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944368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edited a symbol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325526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--edit-check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45936" y="3529584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contract change, who breaks — ~ms, warm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005072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78224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to write a helper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--exemplar  ·  --grep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imitate the house pattern; catch the duplicate early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81344" y="4005072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4078224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several branches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45936" y="4389120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--merge-scout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45936" y="4663440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conflict sites + a landing order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call it done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522976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--quality-delta  ·  --test-gate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579729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you made worse; exactly which tests to run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81344" y="5138928"/>
            <a:ext cx="5440680" cy="987552"/>
          </a:xfrm>
          <a:prstGeom prst="roundRect">
            <a:avLst>
              <a:gd name="adj" fmla="val 83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Handing the area 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45936" y="5522976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--handoff  ·  --note-add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45936" y="5797296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verified-vs-heuristic packet the next agent needs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--pr-context when you are reviewing someone else's diff — per-file blast radius, tests-to-run, hotspot flags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since 2026-08-15 — each figure re-derived on the binary that ships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2026-08-15 to 2026-08-23 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184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code SHAPE, not by node kinds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408" y="1618488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foo($X, ...) across 13 grammar objects / 11 languages. On this repo VERIFY($X) finds 101 hits over 625 eligible files, each with its enclosing symbol. A pattern no served grammar resolves REFUSES (exit 1) instead of reporting hits=0.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140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--safe-delete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340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delete this?” in one 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2414016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+ transitive radius + every read/write/import site + how much of that radius a test reaches. risk= names what was FOUND — never a go/no-go verdict.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954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--impact importers=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2958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second, weaker reach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3209544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files that include/require a file defining SYM, with their own cap pair — NEVER summed into reaches=, because files and symbols are different units. IngestResult: reaches=0, importers=70.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59352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0507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 --for bundles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2511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bodies were 52.7% of every conceptual byte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4005072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subtoken+body route now ships the ranked map plus one-hop edge context, disclosed as bundle=compact bodies=0. 15-query class B: 184,857 B → 95,256 B, −48.5%, all 11 decisive markers still present. --auto-bodies is a permanent opt-out.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754880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00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corroborated callers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shared= on --pack-task rows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64408" y="4800600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neighbour reached by four of the bundle's anchors sorts above one reached by a single anchor — omitted at 1, which is what every 1-hop row satisfies anyway.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550408"/>
            <a:ext cx="11055096" cy="722376"/>
          </a:xfrm>
          <a:prstGeom prst="roundRect">
            <a:avLst>
              <a:gd name="adj" fmla="val 113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5961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per-rule --lint roll-up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9161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capped view stops hiding whole rules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4408" y="5596128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this repository 14 of the 31 rules that fired contribute ZERO shown rows — 368 findings whose only evidence is their count=. A rule no corpus language registers carries applicable=0, so its zero is inertness, not a measurement.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355080"/>
            <a:ext cx="11055096" cy="0"/>
          </a:xfrm>
          <a:prstGeom prst="roundRect">
            <a:avLst>
              <a:gd name="adj" fmla="val Infinity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2764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two languages: PHP and Lua, 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shipped with its floor stated rather than implied — PHP's run-time dispatch ($fn(), call_user_func, __call) names its callee at run time and is a declared floor; a Lua corpus reports no inheritance edges, because metatable inheritance has no syntax to read.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since 2026-08-23 — each figure measured, dated, and re-derivable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2026-08-23 to 2026-08-30 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1389888"/>
          </a:xfrm>
          <a:prstGeom prst="roundRect">
            <a:avLst>
              <a:gd name="adj" fmla="val 592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64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--slice-flow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4825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cross-statement data-flow slicing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(ARISE, arXiv:2605.03117)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408" y="166420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paper's own slicer — reaching-definition edges, a seed plus a direction, a bounded BFS that stops at function boundaries — implemented and MEASURED on a registered fix-commit protocol: flow rows lift function-level added-line recall 0.163 → 0.198 at 25% of --expand's whole-body bytes (whose recall is 1.0 by construction). 7 commits / 38 instances, cpp only — a thin corpus, reported as thin.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1055096" cy="1389888"/>
          </a:xfrm>
          <a:prstGeom prst="roundRect">
            <a:avLst>
              <a:gd name="adj" fmla="val 592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186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--slice, first numbers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0273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2026-08-28 registered contract,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measured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321868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Per-variable line-recall 0.726, hit-all rate 0.632 — a FLOOR under a noisy relevance oracle: every inspected miss was the protocol's word-regex matching identifiers inside comments and string literals, occurrences the slicer correctly refuses to call variable uses. No inspected instance showed a real occurrence the slice dropped.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681728"/>
            <a:ext cx="11055096" cy="1389888"/>
          </a:xfrm>
          <a:prstGeom prst="roundRect">
            <a:avLst>
              <a:gd name="adj" fmla="val 592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73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~1350× on --expand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15721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secret-redaction sweep was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in LINE length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4773168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selector in a 2.1 MB / 768-line minified yarn bundle NEVER completed — killed at 1,343.9 s of user CPU with an empty output file; 196.7 s is the only clean lower bound — and now answers in 0.46 s warm. The 20 KB single-line fixture: 23.02 s → 0.017 s. A pure memoization, so an output no-op: 120/120 invocations byte-identical; gated on behaviour, the timings a ledger row and never a red-CI threshold.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docs/EVALS.md §--slice-flow (registered protocol + per-instance ledger) · bench/PROFILE.md 2026-08-30 — no number travels without its caveat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since 2026-08-30 — the window this deck did not cover until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2026-08-30 to 2026-09-06 added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.gitignore, honoured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default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for ripgrep, whose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default this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64408" y="1627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crawl walked ignored files; in a git work tree it now consults git's own rules and skips what the repository already declared uninteresting. This root, three checkouts under an ignored bench/external/: files= 8,674 → 1,522, cold 2.81 s → 0.52 s, warm 0.63 s → 0.10 s — and --no-ignore restores the previous walk exactly. Nothing drops silently: ignored_files= is exact, ignored_dirs= says the walk STOPPED there so those contents are UNKNOWN rather than zero, and both are ABSENT when the rules dropped nothing — so a tree with nothing ignored is byte-identical to what it produced before.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79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--html --color-by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map, rendered —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server, no CDN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2770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self-contained HTML file: a force-directed call graph you click to recentre. --color-by=lang|community|cx|churn|tested sets the INITIAL colour only — the page embeds all five and keeps a live selector, so switching lens costs no second run. One five-stop blue-to-orange scale rather than the usual green-to-red, so reading it never depends on telling red from green.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22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--eval-retrieval,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re-sampled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sampler was measuring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corpus, not the ranker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3913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fourteen months the gold set was the first 150 doc-commented symbols in PATH order — and bench/ sorts before src/, so adding a docstring to a benchmark harness moved a published number without touching ranking code. One 60-symbol probe, one corpus, only its PATH varied: 0.105 and 0.356 MRR from spelling alone. Now exhaustive — population=3011 scored=3011 rule=exhaustive — and EVERY retrieval figure this project publishes was re-derived under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983480"/>
            <a:ext cx="11055096" cy="1069848"/>
          </a:xfrm>
          <a:prstGeom prst="roundRect">
            <a:avLst>
              <a:gd name="adj" fmla="val 769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657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--plan-lanes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532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lanes would collide,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line is written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5056632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--merge-scout says "these branches already conflict", this says "these lanes WOULD conflict if assigned this way" — no ref to resolve, no re-ingest. Each lane now also carries an advisory execution profile (model + reasoning effort) that labels its own evidence basis="structural-only" and versions its policy separately from the schema, so a recommendation cannot quietly claim more than the structure it read.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CHANGELOG.md [Unreleased] carries the ignore-default measurement and its ledger in bench/PROFILE.md · the sampler negative is docs/EVALS.md §7, published as a counterexample against our own published numbers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harness, one machine, one day — N = 60 paired, zero exclusions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Head-to-head: every competitor, one table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72768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572768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691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1.46×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0" y="236829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margin over the best competitor — 58.3% against 40.0% strict file@10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80960" y="3108960"/>
            <a:ext cx="38404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3218688"/>
            <a:ext cx="3566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index it was measured with
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 0.31 s · codebase-memory-mcp 1.24 s · codeseek 3.37 s · graphify 7.82 s · repowise 34.0 s, whose worst single index was </a:t>
            </a:r>
            <a:pPr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352 s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Cold, nothing to an answer: 0.213 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4709160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818888"/>
            <a:ext cx="3566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re-running cost us, published: 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moved 18.3% → 20.0% on its own tie-break nondeterminism, and we printed the higher number. Paired, ripwire loses 2 instances to codebase-memory-mcp, 2 to repowise, and 1 each to graphify, aider and the aider control.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bench/headtohead/r4-2026-08-06/ — harness, per-instance JSONL and recipe committed · replaces the two non-comparable tables r1 and r2 needed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scored against a third-party oracle, never against each other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by a compiler: zero silent misses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532120" cy="2240280"/>
          </a:xfrm>
          <a:prstGeom prst="roundRect">
            <a:avLst>
              <a:gd name="adj" fmla="val 367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916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tools were scored against a scip-clang compiler-grade index of this repository — 68 answers, 34 blind-authored queries × --uses and --callers.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68096" y="30540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silent misses — pre-fix and post-fix alike. Every imperfect answer either carried a discriminating self-flag (amb=, defs&gt;1, external="1") or was an oracle-scope artifact where ripwire was right and the compiler could not see the file.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72768"/>
            <a:ext cx="5120640" cy="2240280"/>
          </a:xfrm>
          <a:prstGeom prst="roundRect">
            <a:avLst>
              <a:gd name="adj" fmla="val 367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compiler-grade index costs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2002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Serena 1.6.2.dev0 (clangd 19.1.2)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query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49.8 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15400" y="22860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3,760 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0" y="2286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~70×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633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6334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208 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15400" y="26334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 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241280" y="26334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~40×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2980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9809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29809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 min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0" y="29809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3284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3284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101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915400" y="332841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61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0" y="3328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950208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059936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honestly in both directions.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LSP is more precise — site-level 0.929/0.941 against ripwire's 0.914/0.941 after the fix round, a gap of roughly 1.5 points with recall now equal. ripwire also pays ~7× the bytes per call, because its output carries self-describing legends. What it cannot do is answer a macro query at all — clangd's documentSymbol has no macro entries, which is 3 of its 7 errors — or start in less than eight minutes.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85232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5385816"/>
            <a:ext cx="10561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that moved the wrong way, published with the rest: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over-hedging rose 18.6% → 22.6% across the fix round. Closing loss buckets added self-flags faster than it removed imperfect answers. That direction is deliberate — calibrated to warn too often rather than too rarely — but it is a cost, and it is on the slide.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bench/headtohead/r9-2026-08-09/RESULTS.md — C++ only, 34 scorable queries, one corpus (this repository)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48 paired questions, zero exclusions, both arms exit 0 on all 48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graph-database context server: 27–7–14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7178040" cy="310896"/>
          </a:xfrm>
          <a:prstGeom prst="roundRect">
            <a:avLst>
              <a:gd name="adj" fmla="val 26471"/>
            </a:avLst>
          </a:prstGeom>
          <a:solidFill>
            <a:srgbClr val="0D1117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453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81528" y="154533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02736" y="15453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9704" y="1545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GitNexus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22392" y="15453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5040" y="15453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÷ 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865376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928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lookup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528" y="18928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02736" y="18928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9704" y="1892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22392" y="18928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8928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1.35×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295144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225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search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81528" y="23225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02736" y="232257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9704" y="23225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22392" y="23225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322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1.23×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2724912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callers / blast radius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81528" y="27523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02736" y="27523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9704" y="27523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22392" y="27523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7523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154680"/>
            <a:ext cx="7178040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1821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orientation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081528" y="3182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02736" y="31821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9704" y="31821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22392" y="31821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3584448"/>
            <a:ext cx="7178040" cy="402336"/>
          </a:xfrm>
          <a:prstGeom prst="roundRect">
            <a:avLst>
              <a:gd name="adj" fmla="val 20455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81528" y="3611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02736" y="36118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489704" y="36118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422392" y="36118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035040" y="3611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0.159×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09560" y="1517904"/>
            <a:ext cx="3621024" cy="1572768"/>
          </a:xfrm>
          <a:prstGeom prst="roundRect">
            <a:avLst>
              <a:gd name="adj" fmla="val 52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1609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the whole sweep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092440" y="1920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309,348 B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against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1,945,231 B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Warm median 197 ms against 1,082 ms. Index 0.25–0.45 s / 6.6–16.5 MB against 23–52 s / 391–623 MB — written into the repository, not $TMPDIR.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909560" y="3182112"/>
            <a:ext cx="3621024" cy="804672"/>
          </a:xfrm>
          <a:prstGeom prst="roundRect">
            <a:avLst>
              <a:gd name="adj" fmla="val 10227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92440" y="32552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better: 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one-hop context at 0.7–1.0 KB, a depth-LABELLED blast radius, per-stage timing on every query, and two-command onboarding into eight agents.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09560" y="4023360"/>
            <a:ext cx="3621024" cy="2103120"/>
          </a:xfrm>
          <a:prstGeom prst="roundRect">
            <a:avLst>
              <a:gd name="adj" fmla="val 391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244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modes, both directions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092440" y="44622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a 2nd call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149840" y="44622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625328" y="44622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8/48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92440" y="4919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radius, real callers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149840" y="49194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625328" y="4919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092440" y="5376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through a pipe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149840" y="53766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625328" y="5376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7/48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092440" y="5779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published numbers use the file-redirected form — the configuration favourable to it.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6928" y="4023360"/>
            <a:ext cx="7178040" cy="2103120"/>
          </a:xfrm>
          <a:prstGeom prst="roundRect">
            <a:avLst>
              <a:gd name="adj" fmla="val 391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8096" y="4133088"/>
            <a:ext cx="6766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seven wins are named one by one, and its first-pass numbers do not exist. </a:t>
            </a:r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are cost losses on an answer ripwire gets right — a by-name lookup it serves in ~1 KB where ripwire spends 3× to also hand back the body. Three are ranking misses on webpack, and two of those share one unfixed mechanism: a symbol whose NAME matches the query beats the implementation that carries it in its body. Under the improve-first rule the round's FIRST pass was never published — its product was a loss list, and what is on this slide is the state after that list was worked. One of those fixes met its pre-registered band and was reverted anyway for failing a separate standing requirement; </a:t>
            </a:r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it would have fixed is still counted against us above.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§2 — GitNexus 1.6.9 (npm latest at 2026-08-22) vs ripwire at 7eb638e; django, webpack and this repository, all tree-hash verified clean · ratios are on class TOTALS, the medians form is printed there too because the two disagree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rule: numbers are held back until the loss list is worked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head-to-head round, and the ones that went against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98448" y="156362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2026-07-13/14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42616" y="156362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repo-map · codebase-memory-mcp · graphify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98664" y="15636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superseded by r4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984248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11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0116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42616" y="201168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repowise · codeseek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598664" y="2011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superseded by r4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432304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59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98448" y="245973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42616" y="24597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headroom — a compression layer, so a different instrument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98664" y="24597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code through byte-identical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88036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077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98448" y="2907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2026-08-06/08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42616" y="29077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competitors, one harness, one day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98664" y="29077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on the previous slide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328416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558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98448" y="33558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2026-08-04/05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42616" y="335584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agent-in-the-loop: the Codex CLI pilot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8664" y="33558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parity; +80% tokens, classified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776472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039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298448" y="380390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42616" y="380390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CodeGraph, loss-first — we looked for our losses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98664" y="38039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REJECTED by its own preregistered band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224528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2519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r8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298448" y="42519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2026-08-08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42616" y="42519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aider again, at equal token budget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598664" y="425196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questions traced to one root cause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4672584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7000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r9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298448" y="470001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42616" y="470001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 / scip-clang oracle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598664" y="47000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silent misses; the fix list it produced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" y="51206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1480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298448" y="51480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2026-08-22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642616" y="51480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GitNexus 1.6.9 — a graph-database context server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598664" y="51480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27-7-14 — its own slide, two back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6928" y="577900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58613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 in full, because it is the point: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was built, gated green, measured — predicted 12/22 against a pre-registered band of 10–14, measured 5/22 — and reverted rather than tuned. Published as a negative in docs/EVALS.md §7.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 (r1–r4, r9) · bench/r7/ · bench/r8/ — harnesses committed even for rounds that rejected their own fix · r5 left no head-to-head record in this tree, so it is not listed · r10's method and pins are published in docs/EVALS.md §2, its pre-fix numbers nowhere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held-out, repo-disjoint, frozen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the ranker: +33 points, measured properly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92024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920240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97510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+33.33pp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503920" y="197510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delta, 243 held-out instances in 78 repository clusters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2816352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287121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+25.00pp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503920" y="28712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clustered-bootstrap 95% lower bound — the honest floor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3712464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376732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−39.4%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503920" y="376732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ceiling for that gain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4608576"/>
            <a:ext cx="4846320" cy="786384"/>
          </a:xfrm>
          <a:prstGeom prst="roundRect">
            <a:avLst>
              <a:gd name="adj" fmla="val 10465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466344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+3.4%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503920" y="46634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latency for that gain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bench/locbench/ — czlll/Loc-Bench_V1, 560 rows, JSON SHA-256 pinned in dataset.lock; metric code = LocAgent's strict Acc@k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compiled, not interpreted — and measured on public corpora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enough to call on reflex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0.213 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— nothing to an answer: parse, rank, reply, no cache (r4)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0.108 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query, median — against aider's 2.920 s (r4)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 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build — against repowise's 34.0 s, worst case 352 s (r4)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33688" y="1737360"/>
            <a:ext cx="2679192" cy="1536192"/>
          </a:xfrm>
          <a:prstGeom prst="roundRect">
            <a:avLst>
              <a:gd name="adj" fmla="val 535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883664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49.8 ms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395728"/>
            <a:ext cx="2532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query on this repo — against a clangd LSP's 3,760 ms (r9)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456432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5844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second goes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393192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profiles are tree-sitter parse plus tag-query capture — not graph math. Resolve and PageRank together are a small fraction of the run, and the ranking was never the bottleneck.
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why the wins came from removing work, not micro-optimising it: demand-driven side captures, five whole-AST passes fused into one pre-order walk, a calibrated per-worker parse reserve.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456432"/>
            <a:ext cx="5349240" cy="2212848"/>
          </a:xfrm>
          <a:prstGeom prst="roundRect">
            <a:avLst>
              <a:gd name="adj" fmla="val 371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5844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opt-in faster builds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3368" y="393192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LTO is on by default. PGO is a script away and buys 14–25% cold.
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opt-in performance, not opt-in correctness: </a:t>
            </a:r>
            <a:pPr indent="0" marL="0">
              <a:buNone/>
            </a:pPr>
            <a:r>
              <a:rPr lang="en-US" sz="11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stays byte-identical across build flavours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determinism gate runs on both, and CI builds a plain flavour too, because NDEBUG once compiled a whole class of degrade-path checks out of existence.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card above comes from a committed harness — bench/headtohead/r4-2026-08-06/ and r9-2026-08-09/ — not from a private corpus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how it got there — the pre-release performance sprint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removed before work optimized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ingest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FILE* whole-file reads; CSV counting became a byte scan — iostream out of the hot path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737360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184708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 gating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53128" y="2176272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value-use capture runs only for the verbs that actually need it, not on every 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737360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184708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 pass fusion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74736" y="2176272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whole-AST side-capture passes share ONE pre-order walk instead of five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163824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73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 parse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602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compile overlaps parse scheduling; files schedule by size — ids stay deterministic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8536" y="3163824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3273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radix + S+tree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53128" y="3602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keys for edges and scores; a bounded-scratch hot map whose fixed cap reports its own overflow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3163824"/>
            <a:ext cx="3611880" cy="1280160"/>
          </a:xfrm>
          <a:prstGeom prst="roundRect">
            <a:avLst>
              <a:gd name="adj" fmla="val 6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327355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std::map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74736" y="3602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unordered_dense, reserve() before ingest — no std::unordered_map on any hot path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498848"/>
            <a:ext cx="11055096" cy="1536192"/>
          </a:xfrm>
          <a:prstGeom prst="roundRect">
            <a:avLst>
              <a:gd name="adj" fmla="val 5357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608576"/>
            <a:ext cx="10607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slide carries no numbers. 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sprint's own headline pair was measured in June 2026 on a large private C++ corpus that is not publicly reproducible, and the deck does not quote figures a reader cannot re-derive — the previous slide's numbers all come from committed harnesses. What survives the omission is the </a:t>
            </a:r>
            <a:pPr indent="0" marL="0">
              <a:buNone/>
            </a:pPr>
            <a:r>
              <a:rPr lang="en-US" sz="1150" b="1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graph math was never the bottleneck, and every win came from doing less work rather than doing the same work faster. Same map contract throughout — byte-identical output before and after each of these changes.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mechanisms are in bench/PROFILE.md and the commit history; the private-corpus figures they produced are deliberately not quoted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docs/EVALS.md §5, pinned on this repository 2026-08-08 (the --for row re-pinned 2026-08-22)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everyday moments, and what each one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5096" cy="310896"/>
          </a:xfrm>
          <a:prstGeom prst="roundRect">
            <a:avLst>
              <a:gd name="adj" fmla="val 26471"/>
            </a:avLst>
          </a:prstGeom>
          <a:solidFill>
            <a:srgbClr val="0D1117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453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13048" y="15453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63056" y="154533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ripwire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98664" y="1545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read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54312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865376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9280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 me in this repo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3048" y="189280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63056" y="18928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~5.6K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98664" y="18928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~20K–25K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54312" y="1892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3.6×–4.5×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295144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322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X handled?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3048" y="23225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--for="…"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63056" y="23225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~2.1K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98664" y="23225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~4.9K–20K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54312" y="23225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2.3×–9.3×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2724912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7523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already know?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13048" y="275234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--recall="…"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27523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98664" y="2752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~445K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54312" y="27523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29.2×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15468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1821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me up for this task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13048" y="31821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--pack-task="…"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63056" y="3182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~2.1K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98664" y="31821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~16K–80K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54312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7.7×–37.7×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3584448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61188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this one function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13048" y="36118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--expand=SYM --top-k=0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63056" y="36118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~260–16.5K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98664" y="36118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~43K–174K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354312" y="36118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2.6×–670×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014216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0416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calls this function?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13048" y="40416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--callers=SYM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63056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~580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98664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~40K–52K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54312" y="4041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69.2×–89.1×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4443984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4714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safe to change this?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13048" y="44714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--impact=SYM + --uses=SYM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63056" y="44714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~1.3K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98664" y="44714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~18K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54312" y="447141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14.4×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4873752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90118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a stack trace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813048" y="49011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--from-trace=FILE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63056" y="490118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~1.4K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598664" y="49011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~124K–298K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9354312" y="490118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86.9×–208.6×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6928" y="5303520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53309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changed these files — tests? radius?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813048" y="533095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--situ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163056" y="5330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~410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598664" y="53309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~3K–132K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354312" y="53309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7.3×–324.2×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66928" y="5733288"/>
            <a:ext cx="11055096" cy="384048"/>
          </a:xfrm>
          <a:prstGeom prst="roundRect">
            <a:avLst>
              <a:gd name="adj" fmla="val 2142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57607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this PR/diff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813048" y="57607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--pr-context=REF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163056" y="57607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~1.9K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598664" y="5760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~4.8K–51K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354312" y="5760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2.6×–27.5×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66928" y="6199632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~tokens (≈ bytes/4). Every row is scored same-correct-answer-or-it-doesn't-count — both sides were checked, not assumed — and every ratio is a </a:t>
            </a:r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cheap end and the honest end of what an agent would actually read, never the single most flattering number. Absolute counts belong to the corpus AT THE PIN — .gitignore became a crawl default on 2026-09-03, which moved what a re-run reads; the commands, not the constants, are what reproduces.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cost lever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answers that are also better answers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57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74.7%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49808" y="287121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element bytes at top-50 — the --pack-signatures ladder,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root-neutralised, re-derived on this repo every run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25196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44348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figure survived its own audit: three corrections deep, re-derived root-neutrally after the original was shown to depend on how the corpus path was spelled — three spellings of one root read 18.6 points apart before that subtraction. top-50 is the quotable number because the payload is top-50 whatever --top-k says.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1783080"/>
            <a:ext cx="4892040" cy="2286000"/>
          </a:xfrm>
          <a:prstGeom prst="roundRect">
            <a:avLst>
              <a:gd name="adj" fmla="val 36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965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symbol by NAME and the router uses the name-exact ranker: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5603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MRR  0.745 → 0.960
</a:t>
            </a:r>
            <a:pPr indent="0" marL="0">
              <a:buNone/>
            </a:pPr>
            <a:r>
              <a:rPr lang="en-US" sz="1400" b="1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recall@1  61.1% → 91.3%
</a:t>
            </a:r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name-shaped queries on src/, all 3,011 doc-commented symbols scored, re-pinned 2026-09-05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4251960"/>
            <a:ext cx="4892040" cy="1737360"/>
          </a:xfrm>
          <a:prstGeom prst="roundRect">
            <a:avLst>
              <a:gd name="adj" fmla="val 473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443484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pollution metric — fixture and generated paths contaminating results — is driven to 0.0% on the ranking lane while recall went UP, not down.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§4–§5 — showcasecapturecheck re-derives the byte-reduction triple; `ripwire src --eval-retrieval` re-derives the ranking bars, scoring every doc-commented symbol rather than a sample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half no other tool ships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tripwire: honesty as an output contract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6537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counts_floor="1"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edges come from source text — dynamic dispatch adds no edge, so every count that cannot claim completeness is labelled a floor, in the output itself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862072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4436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zero is a measurement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27355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means none found, never none exists — and absent ≠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941064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truncation is disclosed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435254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cap, page seam and budget cut is named in the header before you read a row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5020056"/>
            <a:ext cx="6949440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0235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refusals teach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43153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refused query names the flag, the problem, and a working example — never a bare error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3749040" cy="2834640"/>
          </a:xfrm>
          <a:prstGeom prst="roundRect">
            <a:avLst>
              <a:gd name="adj" fmla="val 290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ripwire . --callers=rankGraphTeleport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36992" y="221284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&lt;callers of="rankGraphTeleport"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defs="1" count="6"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counts_floor="1"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 t="fn" n="runEval" .../&gt;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 t="fn" n="rankGraph" .../&gt;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&lt;/callers&gt;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4800600"/>
            <a:ext cx="3749040" cy="1325880"/>
          </a:xfrm>
          <a:prstGeom prst="roundRect">
            <a:avLst>
              <a:gd name="adj" fmla="val 620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4901184"/>
            <a:ext cx="3474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grades itself before it answers. </a:t>
            </a:r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repository's own src/: files=153 symbols=5122 edges=14182 ambiguous=5982 unresolved=1598.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§8 lists the numbers this project refuses to publish, each with its reason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honesty marks stop being a promise and become a measurement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levers accepted, one rejected on purpose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733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edges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07208" y="16733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48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42816" y="1673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function-like #define invocations land role="macro" edges on disclosed-degraded symbols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32257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500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fn-pointer bindings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07208" y="235000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49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42816" y="2350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through unambiguous local function-pointer bindings now resolve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2666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using-declarations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07208" y="30266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51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42816" y="30266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re-exports emit role="import" references — r9 loss bucket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suppression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07208" y="3703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kParserVer 52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42816" y="3703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variable shadowing a function name stops stealing its use-sites — r9 loss bucket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352544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7997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RTA-lite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07208" y="437997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42816" y="4379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instantiation-filtered CHA cone: refuted TWICE — the instantiated set crossed namespaces, and narrowed calls LOST their amb= mark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07492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19379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r9 levers, against the compiler oracle: </a:t>
            </a:r>
            <a:pPr indent="0" marL="0">
              <a:buNone/>
            </a:pPr>
            <a:r>
              <a:rPr lang="en-US" sz="115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precision 0.9046 → 0.9136, recall 0.9285 → 0.9412.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5074920"/>
            <a:ext cx="5349240" cy="1051560"/>
          </a:xfrm>
          <a:prstGeom prst="roundRect">
            <a:avLst>
              <a:gd name="adj" fmla="val 782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5193792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fn-pointer lever raised unresolved= by 1,039. Disclosure, not regression: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sites the resolver now RECOGNIZES but refuses to resolve are counted instead of silently ignored.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bench/resolverround/RESULTS.md — per-lever attribution; RTA-lite's rejection is written up in docs/EVALS.md §7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how it stays true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not promised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547 gate scripts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suite runs on every push — plus determinism, cache-transparency and golden contracts; the gate count itself is gated against the runner's own loop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7830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3128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byte-identical, always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53128" y="2331720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runs over the same tree produce the same bytes; warm equals cold. Enforced in CI, twice — Release AND a plain flavour, because NDEBUG once blinded a whole class of checks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783080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191109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refactoring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74736" y="2331720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refactor must prove it changed nothing observable: two binaries, hundreds of argv vectors, stdout + stderr + exit codes byte-identical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959352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8736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labels, authored blind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4507992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labels were written by reading source before the ranker ever ran on them — so the eval is allowed to say the ranker is wrong. It has.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8536" y="3959352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408736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sanitizer wall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53128" y="4507992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 + UBSan + integer + float-cast, no-recover; TSan separately; leak suppression is one pinned 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3959352"/>
            <a:ext cx="3611880" cy="2011680"/>
          </a:xfrm>
          <a:prstGeom prst="roundRect">
            <a:avLst>
              <a:gd name="adj" fmla="val 40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4087368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output is audited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74736" y="4507992"/>
            <a:ext cx="32826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showcase capture is regenerated and adversarially re-read as a claims corpus — the methodology ships in docs/METHODOLOGY.md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reason to believe any number on this deck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you can trust, because we publish what failed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007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04088" y="22494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scripts named by test/regression.sh — and the COUNT itself is gated against the runner's own loop, so it cannot go stale quietly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79392" y="1572768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7007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416552" y="22494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NEGATIVES — changes built, gated green, measured against a band written before the code, and reverted rather than tuned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10144" y="1572768"/>
            <a:ext cx="3529584" cy="1572768"/>
          </a:xfrm>
          <a:prstGeom prst="roundRect">
            <a:avLst>
              <a:gd name="adj" fmla="val 5233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170078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147304" y="2249424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on this deck without a committed instrument behind them — §8 lists the ones this project refuses to publish at 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310128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6499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fresh-clone arm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75888" y="3364992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battery only ever ran inside a configured, long-lived worktree — one value of every AMBIENT input. It clones HEAD into a genuinely unconfigured checkout and re-runs the gates whose past failures were exactly that: a developer's git config, a fixture's inherited branch name, the checkout's own path length.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352544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074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merge-conservation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75888" y="4407408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is not conservation. A conflict resolution can drop a gate from the runner's loop while regenerating the pinned count from that SAME damaged list — both sides then agree at a wrong number. On a merge, the loop must equal the UNION of both parents', minus explicit tombstones.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5394960"/>
            <a:ext cx="11055096" cy="969264"/>
          </a:xfrm>
          <a:prstGeom prst="roundRect">
            <a:avLst>
              <a:gd name="adj" fmla="val 8491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44982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3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eight, by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75888" y="5449824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r7's prose-strip fix (predicted 12/22, band 10–14, measured 5/22) · RTA-lite, refuted twice · file-level evidence pooling, +0.00pp held-out · un-guarded query stemming · its IDF-guarded retry, VOIDED by its own verifier · query-term density weighting, both displacement guards tripped · --anchor and --cochange-boost, no confirmed lift · a name-coverage floor that MET its pre-registered band and was reverted anyway for a standing requirement.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 that cannot go red is a gate that proves nothing — which is why every arm on this deck ships with the mutation that makes it fail.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 the losses — they are in the README too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loses, published with the wins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5564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C++ number is lower than the private one it replaced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93208" y="175564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SFML: strict file@10 28.7%, any@10 41.7%, first-hit MRR 0.21. Until 2026-08-07 this bullet compared against a ~89% any@10 private corpus that is no longer reproducible. That comparison is retired; the public number is the baseline going forward.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85292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--grep costs more than it saves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93208" y="285292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+19.7% tokens / −11.2% — published next to the flag it indicts, and carrying the same private-corpus caveat as every figure in that source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89534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395020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 is the wrong co-change ranker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3208" y="395020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 recall@5 against 40.3% for plain lexical, and fusing the two made it worse — relatedness is lexical, importance is structural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992624"/>
            <a:ext cx="11055096" cy="1005840"/>
          </a:xfrm>
          <a:prstGeom prst="roundRect">
            <a:avLst>
              <a:gd name="adj" fmla="val 8182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04748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multi-file localization stays hard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3208" y="5047488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gold 73.4% vs multi-file 18.2% (held-out); the same cliff on every corpus — open headroom, said plainly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1447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publishes its counterexamples is a tool whose wins you can believe.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single command for "is this code actually rotten?"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families of evidence, counted — never blended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7335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41448" y="167335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complexity, size, nesting, params, readability rank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03336" y="16733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--metrics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267712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95144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1448" y="2295144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text: the naming rules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03336" y="229514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--lint  --naming-consistency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889504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1693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41448" y="2916936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 the atoms-of-confusion rules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03336" y="29169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511296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3872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41448" y="3538728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change frequency, measured PER FILE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03336" y="35387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--hotspots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133088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41448" y="4160520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you must READ outside this file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03336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--context-ratio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75488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8231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41448" y="4782312"/>
            <a:ext cx="5852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function's OWN BODY touching non-local mutable state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03336" y="478231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--nonlocal-state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394960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4864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the COUNT of distinct families that fire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never a weighted composite, because a composite lets one loud family impersonate six.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5394960"/>
            <a:ext cx="5349240" cy="777240"/>
          </a:xfrm>
          <a:prstGeom prst="roundRect">
            <a:avLst>
              <a:gd name="adj" fmla="val 1058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486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6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 what the strict preset counts — the verb says so itself, families="6" enabled_n="4". Two families did not clear the stability ladder.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--quality-panel[=strict|default|lenient] — and --quality-delta for the narrower question: what did MY change make worse?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new lens does not ship because it sounds plausible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calibration that disqualified a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81051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+0.168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04088" y="241401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cross-family correlation in the whole 6×6 matrix — widening the panel from four families to six did not raise 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9392" y="1645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6552" y="181051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27,889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16552" y="241401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functions, five independent trees — two reported separately and never pooled, because one of them is this repository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10144" y="164592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1810512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47304" y="2414016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the strict preset actually counts — TWO were measured and held back from gating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7947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13632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result, kept. </a:t>
            </a:r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stability pass ran each family across a ladder of commits to ask whether it is steady enough to gate on. </a:t>
            </a:r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colocation came out worse than historical on one ladder</a:t>
            </a:r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neither gates: strict counts four of the six — a lens its own author wanted, measured, and demoted. The ladder was run precisely because that answer was possible; assuming it would pass is how a plausible axis becomes a permanent 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193792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5294376"/>
            <a:ext cx="10561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--field-affinity was NOT made a family either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 exclusion by unit, not a failed measurement: it ranks struct FIELDS by co-access against declared layout, and the panel's unit is a function. Stated in the calibration rather than left for someone to notice.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§9.9 — same harness and criteria as the original four families, run BEFORE the two new ones shipped enabled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built for the agent's seat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wires it into your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83080"/>
            <a:ext cx="386791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C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ripwire wrap claude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cursor · codex · windsurf · gemini · aider — or --all to detect every one you have installed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54203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51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MCP verbs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04495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read verbs mirroring the CLI, 12 flagship reflexes (impact, uses, edit_check, from_trace, connect …), 3 span-addressed edit verbs with a safety contract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254203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2651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lazy-body handles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4224" y="304495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verbs return signatures and a stable handle; the agent fetches a body only when it decides it needs one — names by default, bytes on request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418795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agent skills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moment-matched workflows (orient, navigate, change-check, quality-bar …) — wrap prints the recipe, skills/install.sh installs them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4187952"/>
            <a:ext cx="5440680" cy="1481328"/>
          </a:xfrm>
          <a:prstGeom prst="roundRect">
            <a:avLst>
              <a:gd name="adj" fmla="val 555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orchestrator loops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469087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prompts in prompts/: run the same audit, eval and head-to-head machinery that built this tool, on your own repository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76072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843016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does not just print JSON: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probes what that agent already has, emits the config in that agent's own shape, and includes a use-when blurb so the agent knows which verb fires at which moment — not just that a server exists.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MCP server exposes the same deterministic engine — one index, shared with the CLI, staleness-checked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 does not only read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Span-addressed edits: the map writes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5577840" cy="2212848"/>
          </a:xfrm>
          <a:prstGeom prst="roundRect">
            <a:avLst>
              <a:gd name="adj" fmla="val 3719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459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verbs, one resolved span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--replace-symbol-body=TARGET
--insert-before-symbol=TARGET
--insert-after-symbol=TARGET
</a:t>
            </a:r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--edit-payload=FILE|-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962656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is a name, an @FILE:LINE seed — paste the location out of a diff hunk or a compiler error and it binds the innermost enclosing definition — or a freshness-pinned handle from --grep --handles. No line numbers to keep in your head, and no whole-file rewrite.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36192"/>
            <a:ext cx="5138928" cy="2212848"/>
          </a:xfrm>
          <a:prstGeom prst="roundRect">
            <a:avLst>
              <a:gd name="adj" fmla="val 3719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45920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refusals are the feature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993392"/>
            <a:ext cx="47731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 hash, lock, a re-check immediately before the rename, fsync, mode preserved, atomic rename. A target that resolves to more than one definition refuses. An empty payload refuses rather than being read as a deletion. Every refusal leaves the file byte-identical, and every success prints a JSON receipt whose span is the POST-EDIT byte range — where the payload now sits, not where it was aimed.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895344"/>
            <a:ext cx="5577840" cy="1755648"/>
          </a:xfrm>
          <a:prstGeom prst="roundRect">
            <a:avLst>
              <a:gd name="adj" fmla="val 468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0050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C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the bytes before they exist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4352544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--edit-check=SYM --edit-payload=- --dry-run splices the payload over the span IN MEMORY, re-parses that one file, rebuilds the call graph over the re-derived tree, and answers the contract question about bytes nobody has written: did the signature change, and which callers does it break? Preview, then apply — no Read of the file in between.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895344"/>
            <a:ext cx="5138928" cy="1755648"/>
          </a:xfrm>
          <a:prstGeom prst="roundRect">
            <a:avLst>
              <a:gd name="adj" fmla="val 4688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00507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edits, one transaction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352544"/>
            <a:ext cx="4773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--edit-plan=FILE is a versioned JSON multi-edit plan and its mode is EXPLICIT: exactly one of --dry-run or --apply, and neither is not a default. Every target, payload and span is preflighted before any write; overlapping edits refuse; payload paths are confined to the plan's own directory, so an absolute path or a '..' escape refuses and names what it resolved 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77900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8613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 on both seats: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MCP edit verbs are these three flags, and the navigation the deck has no room for is the same story — --graph-query, --whereis, --stray-content, --at, --arch, --owners, --export, --help-task all sit in docs/COMMANDS.md with a recorded invocation and its output.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claim on this slide is stated by `ripwire --help` and captured in docs/COMMANDS.md — test/deckcheck.sh proves each flag named here exists in the shipped binary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standing on giants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inside — classic and current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repositories + 67 papers folded</a:t>
            </a:r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and a labelled survey of 237 tools that contributed nothing, which says so — every row with the lesson taken and where it lives: docs/LINEAGE.md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1109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91109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Cyclomatic complexity — McCabe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behind --hotspots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551176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58775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5877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Okapi BM25 — Robertson · Spärck Jones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lexical ranker (twice: subtoken+body, whole-name)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227832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26440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26440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PageRank — Page · Brin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importance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4106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394106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modularity — Blondel et al.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 / community 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581144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61772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6177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 — Cormack et al.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signal fusion (--rank-by=rrf)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257800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94376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529437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 model — Posnett · Hindle · Devanbu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lexical family of the quality panel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934456"/>
            <a:ext cx="5577840" cy="603504"/>
          </a:xfrm>
          <a:prstGeom prst="roundRect">
            <a:avLst>
              <a:gd name="adj" fmla="val 13636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97103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81328" y="597103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Maintainability Model — di Biase et al.
</a:t>
            </a:r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--dmm: one comparable number per change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874520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929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TDAD · arXiv 2603.17973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2037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static test-map cut agent-caused regressions 6.08% → 1.82%; prose TDD instructions alone made agents WORSE → the shape of --test-gate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2816352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What-to-Retrieve · arXiv 2503.20589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1455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selection beats retrieval volume for coding agents → the selection-over-dumping thesis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3758184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813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LocAgent / Loc-Bench (2025)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087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localization metric (strict Acc@k) and the frozen 560-instance dataset every accuracy number here is scored 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4700016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scip-clang · Serena / clangd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5029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compiler-grade oracle round 9 graded both tools against — an outside referee, not a rival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5641848"/>
            <a:ext cx="5120640" cy="868680"/>
          </a:xfrm>
          <a:prstGeom prst="roundRect">
            <a:avLst>
              <a:gd name="adj" fmla="val 9474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5696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tree-sitter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5971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incremental GLR parsing substrate — 21 grammars vendored, one parser per thread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gated in-repo (readmedriftcheck arm E derives them from LINEAGE.md's own tables) — the lineage is the design rationale, not decoration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 not take any of it on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claim, and the command that re-derives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long flags · 29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87568" y="15819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test/deckclaimcheck.sh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208026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76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--flag named here exists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87568" y="210769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test/deckcheck.sh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060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334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74.7% fewer element bytes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7568" y="26334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test/showcasecapturecheck.sh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13182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592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547 gate scripts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315925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test/manifestcheck.sh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8503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repos · 67 papers · 237 surveyed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7568" y="368503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test/readmedriftcheck.sh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18338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108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 moments, any row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87568" y="42108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--callers=SYM | wc -c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70916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365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head-to-head 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87568" y="473659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bench/headtohead/r4-2026-08-06/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52349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61D28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623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round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52623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bench/headtohead/r9-2026-08-09/RESULTS.md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77900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5861304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deck is generated, and the generator is gated. </a:t>
            </a:r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present/deck5_ripwire_build.js is scanned for fabricated flags and its slide count is derived from its own addSlide() calls — a deck that drifts from the binary fails the suite.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docs/EVALS.md is the source of truth; §7 is the counterexamples, §8 the claims this project refuses to make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sixty seconds to the first ranked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Quickstart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1417320"/>
          </a:xfrm>
          <a:prstGeom prst="roundRect">
            <a:avLst>
              <a:gd name="adj" fmla="val 5806"/>
            </a:avLst>
          </a:prstGeom>
          <a:solidFill>
            <a:srgbClr val="1B2432"/>
          </a:solidFill>
          <a:ln w="9525">
            <a:solidFill>
              <a:srgbClr val="23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938528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&amp;&amp; cd ripwire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-S . -B build &amp;&amp; cmake --build build -j     # hermetic: works with the network off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./build/ripwire --help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401568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401568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340156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ranked map — start here on any unfamiliar repo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3895344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895344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--for="cache invalidation"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3895344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lens: what to touch, ranked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389120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389120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--callers=someFunction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43891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calls it — with the honesty marker attached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882896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882896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--quality-panel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4882896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code actually rotten? six families, one shortlist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5376672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5376672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. --test-gate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5376672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commit: exactly which tests must run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870448"/>
            <a:ext cx="5212080" cy="420624"/>
          </a:xfrm>
          <a:prstGeom prst="roundRect">
            <a:avLst>
              <a:gd name="adj" fmla="val 13043"/>
            </a:avLst>
          </a:prstGeom>
          <a:solidFill>
            <a:srgbClr val="1B2432"/>
          </a:solidFill>
          <a:ln w="9525">
            <a:solidFill>
              <a:srgbClr val="2A3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5870448"/>
            <a:ext cx="510235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ripwire wrap claude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587044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it into your agent, in that agent's own config shape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ripgrep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speed. </a:t>
            </a:r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tripwire</a:t>
            </a:r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honesty. Apache-2.0.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2026-09-07T06:00:20Z</dcterms:created>
  <dcterms:modified xsi:type="dcterms:W3CDTF">2026-09-07T06:00:20Z</dcterms:modified>
</cp:coreProperties>
</file>